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Título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6" name="15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7" name="26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s-PE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11" name="1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Título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5" name="24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8" name="27 Marcador de contenido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2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24" name="2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Título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29" name="2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Marcador de posición de imagen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  <p:sp>
        <p:nvSpPr>
          <p:cNvPr id="17" name="16 Título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1" name="10 Marcador de fecha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608CACD-DFF9-4CCF-94B7-A1562C8AF6D6}" type="datetimeFigureOut">
              <a:rPr lang="es-PE" smtClean="0"/>
              <a:t>11/05/2018</a:t>
            </a:fld>
            <a:endParaRPr lang="es-PE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690BE28-4212-4A65-B5FA-003BB9A21F40}" type="slidenum">
              <a:rPr lang="es-PE" smtClean="0"/>
              <a:t>‹Nº›</a:t>
            </a:fld>
            <a:endParaRPr lang="es-PE"/>
          </a:p>
        </p:txBody>
      </p:sp>
      <p:sp>
        <p:nvSpPr>
          <p:cNvPr id="10" name="9 Marcador de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79512" y="85787"/>
            <a:ext cx="8856984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PE" sz="4000" dirty="0" err="1" smtClean="0">
                <a:solidFill>
                  <a:schemeClr val="accent1">
                    <a:lumMod val="75000"/>
                  </a:schemeClr>
                </a:solidFill>
              </a:rPr>
              <a:t>Verb</a:t>
            </a:r>
            <a:r>
              <a:rPr lang="es-PE" sz="4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PE" sz="4000" dirty="0" err="1" smtClean="0">
                <a:solidFill>
                  <a:schemeClr val="accent1">
                    <a:lumMod val="75000"/>
                  </a:schemeClr>
                </a:solidFill>
              </a:rPr>
              <a:t>To</a:t>
            </a:r>
            <a:r>
              <a:rPr lang="es-PE" sz="4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PE" sz="4000" dirty="0" err="1" smtClean="0">
                <a:solidFill>
                  <a:schemeClr val="accent1">
                    <a:lumMod val="75000"/>
                  </a:schemeClr>
                </a:solidFill>
              </a:rPr>
              <a:t>Have</a:t>
            </a:r>
            <a:endParaRPr lang="es-PE" sz="4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s-PE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PE" sz="2800" dirty="0" smtClean="0">
                <a:solidFill>
                  <a:schemeClr val="accent1">
                    <a:lumMod val="50000"/>
                  </a:schemeClr>
                </a:solidFill>
              </a:rPr>
              <a:t>Es el </a:t>
            </a:r>
            <a:r>
              <a:rPr lang="es-PE" sz="2800" dirty="0" err="1" smtClean="0">
                <a:solidFill>
                  <a:schemeClr val="accent1">
                    <a:lumMod val="50000"/>
                  </a:schemeClr>
                </a:solidFill>
              </a:rPr>
              <a:t>verbo”Tener</a:t>
            </a:r>
            <a:r>
              <a:rPr lang="es-PE" sz="2800" dirty="0" smtClean="0">
                <a:solidFill>
                  <a:schemeClr val="accent1">
                    <a:lumMod val="50000"/>
                  </a:schemeClr>
                </a:solidFill>
              </a:rPr>
              <a:t>” e indica posesión de algo. Se </a:t>
            </a:r>
            <a:r>
              <a:rPr lang="es-PE" sz="2800" dirty="0" smtClean="0">
                <a:solidFill>
                  <a:schemeClr val="accent1">
                    <a:lumMod val="50000"/>
                  </a:schemeClr>
                </a:solidFill>
              </a:rPr>
              <a:t>utiliza también </a:t>
            </a:r>
            <a:r>
              <a:rPr lang="es-PE" sz="2800" dirty="0" smtClean="0">
                <a:solidFill>
                  <a:schemeClr val="accent1">
                    <a:lumMod val="50000"/>
                  </a:schemeClr>
                </a:solidFill>
              </a:rPr>
              <a:t>para hablar de relaciones, enfermedades, características de alguien o algo.</a:t>
            </a:r>
          </a:p>
          <a:p>
            <a:endParaRPr lang="es-PE" sz="2800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PE" sz="2800" dirty="0" err="1" smtClean="0">
                <a:solidFill>
                  <a:schemeClr val="accent1">
                    <a:lumMod val="75000"/>
                  </a:schemeClr>
                </a:solidFill>
              </a:rPr>
              <a:t>Affirmative</a:t>
            </a:r>
            <a:endParaRPr lang="es-PE" sz="2800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s-PE" sz="28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s-PE" sz="2800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s-PE" sz="2800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s-ES" sz="2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84207" y="3601076"/>
            <a:ext cx="1800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u="sng" dirty="0" err="1" smtClean="0">
                <a:solidFill>
                  <a:srgbClr val="0070C0"/>
                </a:solidFill>
              </a:rPr>
              <a:t>Subject</a:t>
            </a:r>
            <a:endParaRPr lang="es-PE" b="1" u="sng" dirty="0" smtClean="0">
              <a:solidFill>
                <a:srgbClr val="0070C0"/>
              </a:solidFill>
            </a:endParaRPr>
          </a:p>
          <a:p>
            <a:pPr algn="ctr"/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I                 </a:t>
            </a: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You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He</a:t>
            </a: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She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It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We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You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They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>
              <a:solidFill>
                <a:srgbClr val="0070C0"/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987824" y="3601076"/>
            <a:ext cx="1800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u="sng" dirty="0" err="1" smtClean="0">
                <a:solidFill>
                  <a:srgbClr val="0070C0"/>
                </a:solidFill>
              </a:rPr>
              <a:t>Present</a:t>
            </a:r>
            <a:r>
              <a:rPr lang="es-PE" b="1" u="sng" dirty="0" smtClean="0">
                <a:solidFill>
                  <a:srgbClr val="0070C0"/>
                </a:solidFill>
              </a:rPr>
              <a:t> Simple</a:t>
            </a: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has</a:t>
            </a:r>
          </a:p>
          <a:p>
            <a:pPr algn="ctr"/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has</a:t>
            </a:r>
          </a:p>
          <a:p>
            <a:pPr algn="ctr"/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has</a:t>
            </a: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58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79512" y="80864"/>
            <a:ext cx="8784976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endParaRPr lang="es-PE" sz="2800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es-PE" sz="28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PE" sz="2800" dirty="0" smtClean="0">
                <a:solidFill>
                  <a:schemeClr val="accent1">
                    <a:lumMod val="50000"/>
                  </a:schemeClr>
                </a:solidFill>
              </a:rPr>
              <a:t>He aquí algunos ejemplos de su uso:</a:t>
            </a:r>
          </a:p>
          <a:p>
            <a:endParaRPr lang="es-PE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I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a car</a:t>
            </a:r>
          </a:p>
          <a:p>
            <a:pPr marL="457200" indent="-457200">
              <a:buFontTx/>
              <a:buChar char="-"/>
            </a:pP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You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a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big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house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He has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three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brothers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She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has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beautiful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eyes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It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has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brown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hair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We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two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dogs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They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new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shoes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s-PE" sz="2800" dirty="0" smtClean="0"/>
          </a:p>
        </p:txBody>
      </p:sp>
    </p:spTree>
    <p:extLst>
      <p:ext uri="{BB962C8B-B14F-4D97-AF65-F5344CB8AC3E}">
        <p14:creationId xmlns:p14="http://schemas.microsoft.com/office/powerpoint/2010/main" val="250534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06179" y="980728"/>
            <a:ext cx="151291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Negative</a:t>
            </a:r>
            <a:endParaRPr lang="es-ES" sz="2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206179" y="1988840"/>
            <a:ext cx="1800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u="sng" dirty="0" err="1" smtClean="0">
                <a:solidFill>
                  <a:srgbClr val="0070C0"/>
                </a:solidFill>
              </a:rPr>
              <a:t>Subject</a:t>
            </a:r>
            <a:endParaRPr lang="es-PE" b="1" u="sng" dirty="0" smtClean="0">
              <a:solidFill>
                <a:srgbClr val="0070C0"/>
              </a:solidFill>
            </a:endParaRPr>
          </a:p>
          <a:p>
            <a:pPr algn="ctr"/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I                 </a:t>
            </a: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You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He</a:t>
            </a: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She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It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We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You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They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>
              <a:solidFill>
                <a:srgbClr val="0070C0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2771800" y="1988840"/>
            <a:ext cx="1800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u="sng" dirty="0" err="1" smtClean="0">
                <a:solidFill>
                  <a:srgbClr val="0070C0"/>
                </a:solidFill>
              </a:rPr>
              <a:t>Present</a:t>
            </a:r>
            <a:r>
              <a:rPr lang="es-PE" b="1" u="sng" dirty="0" smtClean="0">
                <a:solidFill>
                  <a:srgbClr val="0070C0"/>
                </a:solidFill>
              </a:rPr>
              <a:t> Simple</a:t>
            </a:r>
          </a:p>
          <a:p>
            <a:pPr algn="ctr"/>
            <a:r>
              <a:rPr lang="es-PE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o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o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oes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oes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oes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o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o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o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796136" y="1988840"/>
            <a:ext cx="30243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u="sng" dirty="0" smtClean="0">
                <a:solidFill>
                  <a:srgbClr val="0070C0"/>
                </a:solidFill>
              </a:rPr>
              <a:t>Short </a:t>
            </a:r>
            <a:r>
              <a:rPr lang="es-PE" b="1" u="sng" dirty="0" err="1" smtClean="0">
                <a:solidFill>
                  <a:srgbClr val="0070C0"/>
                </a:solidFill>
              </a:rPr>
              <a:t>Form</a:t>
            </a:r>
            <a:endParaRPr lang="es-PE" b="1" u="sng" dirty="0" smtClean="0">
              <a:solidFill>
                <a:srgbClr val="0070C0"/>
              </a:solidFill>
            </a:endParaRPr>
          </a:p>
          <a:p>
            <a:pPr algn="ctr"/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I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don´t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You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don´t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He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doesn´t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              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She</a:t>
            </a:r>
            <a:r>
              <a:rPr lang="es-PE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doesn´t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It</a:t>
            </a:r>
            <a:r>
              <a:rPr lang="es-PE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doesn´t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We</a:t>
            </a:r>
            <a:r>
              <a:rPr lang="es-PE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don´t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You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don´t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They</a:t>
            </a:r>
            <a:r>
              <a:rPr lang="es-PE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don´t</a:t>
            </a:r>
            <a:r>
              <a:rPr lang="es-PE" b="1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s-PE" b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s-PE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7504" y="332656"/>
            <a:ext cx="7249380" cy="36009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PE" sz="2800" dirty="0">
                <a:solidFill>
                  <a:schemeClr val="accent1">
                    <a:lumMod val="50000"/>
                  </a:schemeClr>
                </a:solidFill>
              </a:rPr>
              <a:t>He aquí algunos </a:t>
            </a:r>
            <a:r>
              <a:rPr lang="es-PE" sz="2800" dirty="0" smtClean="0">
                <a:solidFill>
                  <a:schemeClr val="accent1">
                    <a:lumMod val="50000"/>
                  </a:schemeClr>
                </a:solidFill>
              </a:rPr>
              <a:t>ejemplos:</a:t>
            </a:r>
            <a:endParaRPr lang="es-PE" sz="28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PE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s-PE" sz="28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>
                <a:solidFill>
                  <a:schemeClr val="accent1">
                    <a:lumMod val="50000"/>
                  </a:schemeClr>
                </a:solidFill>
              </a:rPr>
              <a:t>I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don´t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a car</a:t>
            </a:r>
            <a:endParaRPr lang="es-PE" sz="2400" i="1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s-PE" sz="2400" i="1" dirty="0" err="1">
                <a:solidFill>
                  <a:schemeClr val="accent1">
                    <a:lumMod val="50000"/>
                  </a:schemeClr>
                </a:solidFill>
              </a:rPr>
              <a:t>You</a:t>
            </a:r>
            <a:r>
              <a:rPr lang="es-PE" sz="24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don´t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a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big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house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s-PE" sz="2400" i="1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s-PE" sz="2400" i="1" dirty="0">
                <a:solidFill>
                  <a:schemeClr val="accent1">
                    <a:lumMod val="50000"/>
                  </a:schemeClr>
                </a:solidFill>
              </a:rPr>
              <a:t>He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doesn´t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a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ball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s-PE" sz="2400" i="1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s-PE" sz="2400" i="1" dirty="0" err="1">
                <a:solidFill>
                  <a:schemeClr val="accent1">
                    <a:lumMod val="50000"/>
                  </a:schemeClr>
                </a:solidFill>
              </a:rPr>
              <a:t>She</a:t>
            </a:r>
            <a:r>
              <a:rPr lang="es-PE" sz="24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doesn´t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pets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s-PE" sz="2400" i="1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s-PE" sz="2400" i="1" dirty="0" err="1">
                <a:solidFill>
                  <a:schemeClr val="accent1">
                    <a:lumMod val="50000"/>
                  </a:schemeClr>
                </a:solidFill>
              </a:rPr>
              <a:t>It</a:t>
            </a:r>
            <a:r>
              <a:rPr lang="es-PE" sz="24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doesn´t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food</a:t>
            </a:r>
            <a:r>
              <a:rPr lang="es-PE" sz="2400" i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s-PE" sz="2400" i="1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s-PE" sz="2400" i="1" dirty="0" err="1">
                <a:solidFill>
                  <a:schemeClr val="accent1">
                    <a:lumMod val="50000"/>
                  </a:schemeClr>
                </a:solidFill>
              </a:rPr>
              <a:t>We</a:t>
            </a:r>
            <a:r>
              <a:rPr lang="es-PE" sz="24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don´t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>
                <a:solidFill>
                  <a:schemeClr val="accent1">
                    <a:lumMod val="50000"/>
                  </a:schemeClr>
                </a:solidFill>
              </a:rPr>
              <a:t>two</a:t>
            </a:r>
            <a:r>
              <a:rPr lang="es-PE" sz="24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>
                <a:solidFill>
                  <a:schemeClr val="accent1">
                    <a:lumMod val="50000"/>
                  </a:schemeClr>
                </a:solidFill>
              </a:rPr>
              <a:t>dogs</a:t>
            </a:r>
            <a:r>
              <a:rPr lang="es-PE" sz="2400" i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s-PE" sz="2400" i="1" dirty="0" err="1">
                <a:solidFill>
                  <a:schemeClr val="accent1">
                    <a:lumMod val="50000"/>
                  </a:schemeClr>
                </a:solidFill>
              </a:rPr>
              <a:t>They</a:t>
            </a:r>
            <a:r>
              <a:rPr lang="es-PE" sz="24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don´t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have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PE" sz="2400" i="1" dirty="0" err="1" smtClean="0">
                <a:solidFill>
                  <a:schemeClr val="accent1">
                    <a:lumMod val="50000"/>
                  </a:schemeClr>
                </a:solidFill>
              </a:rPr>
              <a:t>children</a:t>
            </a:r>
            <a:r>
              <a:rPr lang="es-PE" sz="2400" i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400153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jes">
  <a:themeElements>
    <a:clrScheme name="Viajes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Viaj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ajes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335</TotalTime>
  <Words>200</Words>
  <Application>Microsoft Office PowerPoint</Application>
  <PresentationFormat>Presentación en pantalla (4:3)</PresentationFormat>
  <Paragraphs>75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Viajes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24</cp:revision>
  <dcterms:created xsi:type="dcterms:W3CDTF">2018-05-10T23:13:58Z</dcterms:created>
  <dcterms:modified xsi:type="dcterms:W3CDTF">2018-05-11T22:54:27Z</dcterms:modified>
</cp:coreProperties>
</file>